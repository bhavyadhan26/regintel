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RegIntel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Professional Publications and Regulatory Intelligence Platform</a:t>
            </a:r>
          </a:p>
          <a:p>
            <a:endParaRPr/>
          </a:p>
          <a:p>
            <a:r>
              <a:t>Department of Computer Applications (MCA)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Bhavya Dhanuka (2547219)</a:t>
            </a:r>
          </a:p>
          <a:p>
            <a:r>
              <a:t>Dinu Devees George (2547220)</a:t>
            </a:r>
          </a:p>
          <a:p>
            <a:r>
              <a:t>Sharon Mathew (2547247)</a:t>
            </a:r>
          </a:p>
          <a:p>
            <a:r>
              <a:t>Class: 3 MCA-B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(Abstract)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Concept: A 'Decision Intelligence Layer' for regulatory updates.</a:t>
            </a:r>
          </a:p>
          <a:p>
            <a:r>
              <a:t>Core Function: Monitors MCA, CBIC, and Income Tax portals automatically.</a:t>
            </a:r>
          </a:p>
          <a:p>
            <a:r>
              <a:t>Innovation: Converts unstructured PDFs/HTML into structured insights.</a:t>
            </a:r>
          </a:p>
          <a:p>
            <a:r>
              <a:t>Goal: Bridges the gap between government data and professional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Monitoring: Professionals visit 20-30 websites daily.</a:t>
            </a:r>
          </a:p>
          <a:p>
            <a:r>
              <a:t>Inefficiency: Wasting hours reading irrelevant PDFs.</a:t>
            </a:r>
          </a:p>
          <a:p>
            <a:r>
              <a:t>Risk: High probability of missing critical deadlines.</a:t>
            </a:r>
          </a:p>
          <a:p>
            <a:r>
              <a:t>Compliance Penalties: Financial loss due to missed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Existing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Human Effort: Repetitive manual checks lead to errors.</a:t>
            </a:r>
          </a:p>
          <a:p>
            <a:r>
              <a:t>Information Overload: Hard to filter 'signal' from 'noise'.</a:t>
            </a:r>
          </a:p>
          <a:p>
            <a:r>
              <a:t>Lack of Readability: No summaries provided for complex docs.</a:t>
            </a:r>
          </a:p>
          <a:p>
            <a:r>
              <a:t>Fragmentation: Data scattered across multiple disparate 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RegIntel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Monitoring: Background engine checks sites periodically.</a:t>
            </a:r>
          </a:p>
          <a:p>
            <a:r>
              <a:t>Smart Change Detection: Identifies only NEW updates.</a:t>
            </a:r>
          </a:p>
          <a:p>
            <a:r>
              <a:t>Intelligent Classification: Categorizes as Notice, Circular, or Tender.</a:t>
            </a:r>
          </a:p>
          <a:p>
            <a:r>
              <a:t>AI Summarization: Generates short briefs of long documents.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Automate monitoring of regulatory websites.</a:t>
            </a:r>
          </a:p>
          <a:p>
            <a:r>
              <a:t>2. Identify newly published notices in real-time.</a:t>
            </a:r>
          </a:p>
          <a:p>
            <a:r>
              <a:t>3. Classify publications by professional relevance.</a:t>
            </a:r>
          </a:p>
          <a:p>
            <a:r>
              <a:t>4. Summarize complex notifications.</a:t>
            </a:r>
          </a:p>
          <a:p>
            <a:r>
              <a:t>5. Notify users via Email and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Sources: MCA, CBIC (GST), Income Tax Dept.</a:t>
            </a:r>
          </a:p>
          <a:p>
            <a:r>
              <a:t>Content: Handles HTML and PDF files.</a:t>
            </a:r>
          </a:p>
          <a:p>
            <a:r>
              <a:t>Personalization: Filters based on Profession (CA, Lawyer).</a:t>
            </a:r>
          </a:p>
          <a:p>
            <a:r>
              <a:t>Delivery: Web Dashboard + Email Alerts.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Chartered Accountant (CA) Firms</a:t>
            </a:r>
          </a:p>
          <a:p>
            <a:r>
              <a:t>Lawyers &amp; Legal Consultants</a:t>
            </a:r>
          </a:p>
          <a:p>
            <a:r>
              <a:t>Corporate Compliance Teams</a:t>
            </a:r>
          </a:p>
          <a:p>
            <a:r>
              <a:t>Company Secretaries (CS)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Alignment with SDG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SDG 8 (Decent Work): Automates mundane tracking tasks.</a:t>
            </a:r>
          </a:p>
          <a:p>
            <a:r>
              <a:t>SDG 9 (Innovation): Builds digital infrastructure for legal sectors.</a:t>
            </a:r>
          </a:p>
          <a:p>
            <a:r>
              <a:t>SDG 16 (Strong Institutions): Ensures public access to legal info.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Website Configuration (URL Registration)</a:t>
            </a:r>
          </a:p>
          <a:p>
            <a:r>
              <a:t>2. Scheduled Scraping (Celery Workers)</a:t>
            </a:r>
          </a:p>
          <a:p>
            <a:r>
              <a:t>3. Change Detection (Hash Comparison)</a:t>
            </a:r>
          </a:p>
          <a:p>
            <a:r>
              <a:t>4. Content Processing (Classification &amp; Summary)</a:t>
            </a:r>
          </a:p>
          <a:p>
            <a:r>
              <a:t>5. Notification Dispatch (Email/Dashboard)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Design: Decoupled Client-Server Architecture.</a:t>
            </a:r>
          </a:p>
          <a:p>
            <a:r>
              <a:t>Frontend: React SPA (Single Page Application).</a:t>
            </a:r>
          </a:p>
          <a:p>
            <a:r>
              <a:t>Backend: Django REST Framework (API Layer).</a:t>
            </a:r>
          </a:p>
          <a:p>
            <a:r>
              <a:t>Async Layer: Celery &amp; Redis for scraping.</a:t>
            </a:r>
          </a:p>
          <a:p>
            <a:r>
              <a:t>Database: SQL for persistence.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React, TypeScript, Tailwind CSS, Axios.</a:t>
            </a:r>
          </a:p>
          <a:p>
            <a:r>
              <a:t>Backend: Python, Django, DRF.</a:t>
            </a:r>
          </a:p>
          <a:p>
            <a:r>
              <a:t>Database: SQL (PostgreSQL/MySQL) + JSONB.</a:t>
            </a:r>
          </a:p>
          <a:p>
            <a:r>
              <a:t>Automation: Celery, Redis, Selenium/Playwright.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Module: Registration, Login, Profession Profiling.</a:t>
            </a:r>
          </a:p>
          <a:p>
            <a:r>
              <a:t>Monitoring Engine: Scrapes target government portals.</a:t>
            </a:r>
          </a:p>
          <a:p>
            <a:r>
              <a:t>Intelligence Module: Classifies and summarizes docs.</a:t>
            </a:r>
          </a:p>
          <a:p>
            <a:r>
              <a:t>Notification Module: Dispatches SMTP emails.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Reliability: Retry logic for network failures.</a:t>
            </a:r>
          </a:p>
          <a:p>
            <a:r>
              <a:t>Performance: Async background workers (Celery).</a:t>
            </a:r>
          </a:p>
          <a:p>
            <a:r>
              <a:t>Scalability: Independent Frontend/Backend scaling.</a:t>
            </a:r>
          </a:p>
          <a:p>
            <a:r>
              <a:t>Responsiveness: Fast API response times.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Please insert DFD Image (Data Flow Diagram) here.</a:t>
            </a:r>
          </a:p>
          <a:p>
            <a:r>
              <a:t>Please insert ER Diagram Image here.</a:t>
            </a:r>
          </a:p>
          <a:p>
            <a:r>
              <a:t>(Refer to Slide 16 content regarding data flow and entity relationships)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Please insert Dashboard Screenshot (image_04103d.png) here.</a:t>
            </a:r>
          </a:p>
          <a:p>
            <a:r>
              <a:t>Features: Sidebar Navigation, Clean Reading Layout, 'Back to Home' functionality.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Efficiency: Reduced manual research time.</a:t>
            </a:r>
          </a:p>
          <a:p>
            <a:r>
              <a:t>Timeliness: Zero missed deadlines.</a:t>
            </a:r>
          </a:p>
          <a:p>
            <a:r>
              <a:t>Accuracy: Lower human error risk.</a:t>
            </a:r>
          </a:p>
          <a:p>
            <a:r>
              <a:t>Centralization: Single source of truth for regulations.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RegIntel addresses the 'Information Overload' crisis.</a:t>
            </a:r>
          </a:p>
          <a:p>
            <a:r>
              <a:t>Empowers professionals to focus on decision-making.</a:t>
            </a:r>
          </a:p>
          <a:p>
            <a:r>
              <a:t>Future Scope: AI Actionability Scores &amp; Mobile App.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  <a:p>
            <a:r>
              <a:t>Project Repository: GitHub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689</Words>
  <Application>Microsoft Office PowerPoint</Application>
  <PresentationFormat>On-screen Show (4:3)</PresentationFormat>
  <Paragraphs>95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RegIntel</vt:lpstr>
      <vt:lpstr>Team Introduction</vt:lpstr>
      <vt:lpstr>Project Overview (Abstract)</vt:lpstr>
      <vt:lpstr>Problem Statement</vt:lpstr>
      <vt:lpstr>Limitations of Existing Systems</vt:lpstr>
      <vt:lpstr>Proposed Solution: RegIntel</vt:lpstr>
      <vt:lpstr>Project Objectives</vt:lpstr>
      <vt:lpstr>Scope of the Project</vt:lpstr>
      <vt:lpstr>Beneficiaries</vt:lpstr>
      <vt:lpstr>Alignment with SDG Goals</vt:lpstr>
      <vt:lpstr>Methodology &amp; Workflow</vt:lpstr>
      <vt:lpstr>System Architecture</vt:lpstr>
      <vt:lpstr>Technology Stack</vt:lpstr>
      <vt:lpstr>Functional Requirements</vt:lpstr>
      <vt:lpstr>Non-Functional Requirements</vt:lpstr>
      <vt:lpstr>System Models</vt:lpstr>
      <vt:lpstr>User Interface</vt:lpstr>
      <vt:lpstr>Expected Outcomes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Dinu Devees George</cp:lastModifiedBy>
  <cp:revision>1</cp:revision>
  <dcterms:created xsi:type="dcterms:W3CDTF">2013-01-27T09:14:16Z</dcterms:created>
  <dcterms:modified xsi:type="dcterms:W3CDTF">2026-02-02T12:17:17Z</dcterms:modified>
  <cp:category/>
</cp:coreProperties>
</file>